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3584-B572-8B9D-54CC-9574F03E7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50691-C2C7-4AAC-C728-2033F2944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FA40-E7D7-B21B-D4F0-0175B283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1F19-403A-BF63-6779-3B3834E9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85153-73EF-96CB-7DFD-6A411270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6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20EF-31FF-63D3-5E05-F82ADFAA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8B3EC-5FA7-A226-BA5F-063F90E43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2AF00-BCE5-290D-0343-D662DCF2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352B6-E247-12C5-4DB8-FAA1B6B7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6214A-77BE-C220-61DB-D8223DF3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26F13-CEA5-05F5-BAD8-06DBAA571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1F07F-CCF8-297E-A3A2-58C6F5A89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480B-8DA1-52DF-C4B7-322959D8B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A69C1-9CE6-291F-0192-1A8D2B6E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F33B6-6249-4379-69C9-F87A8812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91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BADA-0F1D-F149-2A7D-FC8324D2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15D6-21C7-2C44-693C-4EFF7EB20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06B15-25AC-AC36-333C-B17F016CC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FD54A-14E3-06C3-D358-FC7568E8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9B098-F2E1-B506-F6D6-5ABC6D9A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E00D0-0A42-7C2A-2E62-EC3BAD63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98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1DB5-2420-B228-48DA-2197A0D4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E7F83-7256-ABDF-CD05-D3A33BEBE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F08B9-6FD6-F253-7B44-85877303A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E656E-12C9-417A-D612-031DDB072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60DFC-D63B-E6FB-20D8-00AD23F5A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43D1F-7F79-0DFB-5FFA-39983027B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D9348-2827-E00C-9300-32BE4409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C405A-0FDF-4BFD-5314-30A6700D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8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F4DB-99C7-A104-028A-385D9892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1EA37-3A48-4CC3-F404-FAF10BEA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171F4-5727-6519-530E-516A96F84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7C08B-1274-6985-FBA2-704BA78D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1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2F2AD-3296-0ED2-F285-F0F664EA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410B1-C2E4-A095-6C6D-6EA5BFF3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6D544-A41E-B8CA-6A24-79AF7CC8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7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EC877-54D1-752D-4210-B5D500CC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6547-56F5-ADB6-17ED-545719517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64539-0204-D563-558F-3DB99D7E7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04741-DC0A-12B1-9B45-262208D9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77B10-8E23-746A-98A8-F596AA40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08417-E27E-F7B4-76EB-D93BD8A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1B3B-5383-6EC6-6570-B125802F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40D3C-69B9-3F14-DC59-2812FCB9DC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B8EF5-F539-FA46-A9FC-1819F5AB9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483BF-7436-B56C-3CF0-70F59B93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63F79-878E-73FF-9FE7-5E2616F2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4264E-FD9B-2A72-C919-B7C557F6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60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4C13-DB07-5A22-235F-2FBCE66C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31B12-9045-7299-2DB2-CE16BE0FD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17E6-820B-C015-C0BF-33DF71EE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FD039-BED2-4539-7372-68A3DCA9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FE685-03BE-EB01-B4CE-5CF41486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7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75C0B-4706-6C43-342D-9DFA25F8A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A85E7-9475-5650-AC79-27BD3084B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41D42-5013-9C25-9A45-ECDE6436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0783E-F306-E2FD-097A-C3BE8BF0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ED41B-ECAB-F8C5-5D66-1D2C064E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8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853F1-B500-BA98-2927-CFE10781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09781-29A5-7752-1E09-8FEB967E1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887EA-6E73-73C4-B40F-6EE7A1BD1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EC8B11-0D05-4663-8CBA-33765F27350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A27E-986F-9FEC-43C5-38AE83946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3CEB-91FA-7890-BA1B-A054FE2B2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64CE2-998F-4D9B-8D4E-D37C5B7AB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7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CB63-332D-FC7A-9B3C-DE1F6E84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supported by the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30E16-2E83-78FB-F67F-7136577DE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Auto-titled links: </a:t>
            </a:r>
            <a:br>
              <a:rPr lang="en-US" dirty="0"/>
            </a:br>
            <a:r>
              <a:rPr lang="en-US" dirty="0"/>
              <a:t>Given a heading such as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&lt;h1 id="foo"&gt;Bar&lt;/h1&gt;</a:t>
            </a:r>
            <a:r>
              <a:rPr lang="pt-BR" dirty="0"/>
              <a:t>, the text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See[](#foo)</a:t>
            </a:r>
            <a:r>
              <a:rPr lang="en-US" dirty="0"/>
              <a:t> is transformed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See [Bar](#foo)</a:t>
            </a:r>
            <a:r>
              <a:rPr lang="en-US" dirty="0"/>
              <a:t>. Means table of contents text updates as soon as heading text is changed.</a:t>
            </a:r>
          </a:p>
          <a:p>
            <a:r>
              <a:rPr lang="en-US" dirty="0"/>
              <a:t>Tags: reordering source code, improved.</a:t>
            </a:r>
          </a:p>
          <a:p>
            <a:r>
              <a:rPr lang="en-US" dirty="0"/>
              <a:t>Backlinks: given a anything with an ID (headings, etc.), shows all links that refers to it. Great for indexes, footnotes, endnotes, headings, etc.</a:t>
            </a:r>
          </a:p>
          <a:p>
            <a:r>
              <a:rPr lang="en-US" dirty="0"/>
              <a:t>Search: find text in headings, anchor/link text, etc.</a:t>
            </a:r>
          </a:p>
          <a:p>
            <a:r>
              <a:rPr lang="en-US" dirty="0"/>
              <a:t>File relocation, permalinks: all IDs are unique; cache can locate the file given just an ID.</a:t>
            </a:r>
          </a:p>
        </p:txBody>
      </p:sp>
    </p:spTree>
    <p:extLst>
      <p:ext uri="{BB962C8B-B14F-4D97-AF65-F5344CB8AC3E}">
        <p14:creationId xmlns:p14="http://schemas.microsoft.com/office/powerpoint/2010/main" val="231623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8EBE-4A8A-3535-E93B-31938477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Tags: reordering source code, improved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D406E-57BA-734C-3C32-5732EF945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specific concept is often scattered across multiple source files/languages. Provide a method to gather these together.</a:t>
            </a:r>
          </a:p>
          <a:p>
            <a:pPr marL="0" indent="0">
              <a:buNone/>
            </a:pPr>
            <a:r>
              <a:rPr lang="en-US" dirty="0"/>
              <a:t>For example,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/>
              <a:t> tool creates releases of this program. The version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/>
              <a:t> used for release is specified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release.yml</a:t>
            </a:r>
            <a:r>
              <a:rPr lang="en-US" dirty="0"/>
              <a:t>. The version for CI tests is specified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builder/main.rs</a:t>
            </a:r>
            <a:r>
              <a:rPr lang="en-US" dirty="0"/>
              <a:t>. To keep these in sync, the developer needs to edit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dist-workspace.toml</a:t>
            </a:r>
            <a:r>
              <a:rPr lang="en-US" dirty="0"/>
              <a:t> and run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generate</a:t>
            </a:r>
            <a:r>
              <a:rPr lang="en-US" dirty="0"/>
              <a:t>. Ideally, all this info would appear in one place!</a:t>
            </a:r>
          </a:p>
          <a:p>
            <a:pPr marL="0" indent="0">
              <a:buNone/>
            </a:pPr>
            <a:r>
              <a:rPr lang="en-US" dirty="0"/>
              <a:t>Solution: In doc blocks preceding the relevant source, link to a gather element. The gather element shows all this source with links back to each file.</a:t>
            </a:r>
          </a:p>
        </p:txBody>
      </p:sp>
    </p:spTree>
    <p:extLst>
      <p:ext uri="{BB962C8B-B14F-4D97-AF65-F5344CB8AC3E}">
        <p14:creationId xmlns:p14="http://schemas.microsoft.com/office/powerpoint/2010/main" val="176492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E717C-2FC2-4F08-5A5D-D2FAE4DA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3A722-76BB-8ED7-D395-D37562E0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Target is any HTML element with an ID. Headings, etc.</a:t>
            </a:r>
          </a:p>
          <a:p>
            <a:r>
              <a:rPr lang="en-US" dirty="0"/>
              <a:t>All IDs are unique.</a:t>
            </a:r>
          </a:p>
          <a:p>
            <a:r>
              <a:rPr lang="en-US" dirty="0"/>
              <a:t>The cache revolves around storing targets and target-related data:</a:t>
            </a:r>
          </a:p>
          <a:p>
            <a:pPr lvl="1"/>
            <a:r>
              <a:rPr lang="en-US" dirty="0"/>
              <a:t>The file a Target is in.</a:t>
            </a:r>
          </a:p>
          <a:p>
            <a:pPr lvl="1"/>
            <a:r>
              <a:rPr lang="en-US" dirty="0"/>
              <a:t>Contents (heading/link text, etc.) / code and doc blocks (for tags).</a:t>
            </a:r>
          </a:p>
          <a:p>
            <a:pPr lvl="1"/>
            <a:r>
              <a:rPr lang="en-US" dirty="0"/>
              <a:t>All references to and dependencies on (auto-titles) this Target.</a:t>
            </a:r>
          </a:p>
          <a:p>
            <a:pPr lvl="1"/>
            <a:r>
              <a:rPr lang="en-US" dirty="0"/>
              <a:t>Type: plain, gather tag, backlink, etc. </a:t>
            </a:r>
          </a:p>
          <a:p>
            <a:r>
              <a:rPr lang="en-US" dirty="0"/>
              <a:t>Provide rapid access to any Target by ID or by searching its contents; to any File by the file’s path.</a:t>
            </a:r>
          </a:p>
        </p:txBody>
      </p:sp>
    </p:spTree>
    <p:extLst>
      <p:ext uri="{BB962C8B-B14F-4D97-AF65-F5344CB8AC3E}">
        <p14:creationId xmlns:p14="http://schemas.microsoft.com/office/powerpoint/2010/main" val="92357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11AF-AEDC-8A1E-44AB-A5046442D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86AD3-8C11-8075-9C0C-0037EB97E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Walk the HTML DOM: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Perform order-independent transforms: wrap math expressions, Mermaid/</a:t>
            </a:r>
            <a:r>
              <a:rPr lang="en-US" dirty="0" err="1"/>
              <a:t>graphviz</a:t>
            </a:r>
            <a:r>
              <a:rPr lang="en-US" dirty="0"/>
              <a:t> diagrams, etc.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Add any links/backlinks/tags to the appropriate list.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Update Target info in the cache (complex – see docs. Ensure IDs unique, changes =&gt; dependencies are dirty, etc.).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links, since all Targets in this file up to date.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backlinks and gather elements, since links updated.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Split HTML back to into doc blocks.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tags: store code/doc block contents.</a:t>
            </a:r>
          </a:p>
        </p:txBody>
      </p:sp>
    </p:spTree>
    <p:extLst>
      <p:ext uri="{BB962C8B-B14F-4D97-AF65-F5344CB8AC3E}">
        <p14:creationId xmlns:p14="http://schemas.microsoft.com/office/powerpoint/2010/main" val="86237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2383F-AA19-B779-40AC-7AB0F482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84DA-9130-1128-540A-FF094712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Cache owns Files.</a:t>
            </a:r>
          </a:p>
          <a:p>
            <a:r>
              <a:rPr lang="en-US" dirty="0"/>
              <a:t>Files own a list of Targets in that file.</a:t>
            </a:r>
          </a:p>
          <a:p>
            <a:r>
              <a:rPr lang="en-US" dirty="0"/>
              <a:t>Everything else is a weak link (Target -&gt; File, Target -&gt; dependencies, etc.)</a:t>
            </a:r>
          </a:p>
        </p:txBody>
      </p:sp>
    </p:spTree>
    <p:extLst>
      <p:ext uri="{BB962C8B-B14F-4D97-AF65-F5344CB8AC3E}">
        <p14:creationId xmlns:p14="http://schemas.microsoft.com/office/powerpoint/2010/main" val="3913093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489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Features supported by the cache</vt:lpstr>
      <vt:lpstr>Tags: reordering source code, improved</vt:lpstr>
      <vt:lpstr>Implementation</vt:lpstr>
      <vt:lpstr>HTML processing</vt:lpstr>
      <vt:lpstr>Ownership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Jones</dc:creator>
  <cp:lastModifiedBy>Bryan Jones</cp:lastModifiedBy>
  <cp:revision>3</cp:revision>
  <dcterms:created xsi:type="dcterms:W3CDTF">2026-04-03T11:51:19Z</dcterms:created>
  <dcterms:modified xsi:type="dcterms:W3CDTF">2026-04-06T06:43:29Z</dcterms:modified>
</cp:coreProperties>
</file>